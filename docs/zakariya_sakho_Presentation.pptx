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AfriTalent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 err="1"/>
              <a:t>Plateforme</a:t>
            </a:r>
            <a:r>
              <a:rPr dirty="0"/>
              <a:t> de </a:t>
            </a:r>
            <a:r>
              <a:rPr dirty="0" err="1"/>
              <a:t>mise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relation entre clients et freelances</a:t>
            </a:r>
          </a:p>
          <a:p>
            <a:endParaRPr dirty="0"/>
          </a:p>
          <a:p>
            <a:r>
              <a:rPr dirty="0" err="1"/>
              <a:t>Présenté</a:t>
            </a:r>
            <a:r>
              <a:rPr dirty="0"/>
              <a:t> par : </a:t>
            </a:r>
            <a:r>
              <a:rPr lang="fr-FR" dirty="0" err="1" smtClean="0"/>
              <a:t>zakariya</a:t>
            </a:r>
            <a:r>
              <a:rPr lang="fr-FR" dirty="0" smtClean="0"/>
              <a:t> </a:t>
            </a:r>
            <a:r>
              <a:rPr lang="fr-FR" dirty="0" err="1" smtClean="0"/>
              <a:t>sakho</a:t>
            </a:r>
            <a:endParaRPr lang="fr-FR" dirty="0" smtClean="0"/>
          </a:p>
          <a:p>
            <a:endParaRPr dirty="0"/>
          </a:p>
          <a:p>
            <a:r>
              <a:rPr dirty="0" err="1"/>
              <a:t>Classe</a:t>
            </a:r>
            <a:r>
              <a:rPr dirty="0"/>
              <a:t> : </a:t>
            </a:r>
            <a:r>
              <a:rPr lang="fr-FR" dirty="0" smtClean="0"/>
              <a:t>DS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AfriTalent est une plateforme web qui permet aux clients de trouver des freelances qualifiés dans plusieurs domaines. Le site est moderne, responsive et simple d'utilisation.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Mettre en relation les clients et les freelances.</a:t>
            </a:r>
            <a:br/>
            <a:r>
              <a:t>• Faciliter la recherche de services.</a:t>
            </a:r>
            <a:br/>
            <a:r>
              <a:t>• Présenter les profils des freelances.</a:t>
            </a:r>
            <a:br/>
            <a:r>
              <a:t>• Offrir une interface responsive.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HTML5</a:t>
            </a:r>
            <a:br/>
            <a:r>
              <a:t>• CSS3</a:t>
            </a:r>
            <a:br/>
            <a:r>
              <a:t>• Bootstrap 5</a:t>
            </a:r>
            <a:br/>
            <a:r>
              <a:t>• JavaScript</a:t>
            </a:r>
            <a:br/>
            <a:r>
              <a:t>• Google Fonts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Page d'accueil</a:t>
            </a:r>
            <a:br/>
            <a:r>
              <a:t>• Catalogue des freelances</a:t>
            </a:r>
            <a:br/>
            <a:r>
              <a:t>• Filtrage par catégorie</a:t>
            </a:r>
            <a:br/>
            <a:r>
              <a:t>• Plans tarifaires</a:t>
            </a:r>
            <a:br/>
            <a:r>
              <a:t>• À propos</a:t>
            </a:r>
            <a:br/>
            <a:r>
              <a:t>• Témoignages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Travail réalisé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Navbar Bootstrap</a:t>
            </a:r>
            <a:br/>
            <a:r>
              <a:t>• Variables CSS</a:t>
            </a:r>
            <a:br/>
            <a:r>
              <a:t>• Bento Grid</a:t>
            </a:r>
            <a:br/>
            <a:r>
              <a:t>• Effets Hover</a:t>
            </a:r>
            <a:br/>
            <a:r>
              <a:t>• Carousel Bootstrap</a:t>
            </a:r>
            <a:br/>
            <a:r>
              <a:t>• 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Interface moderne</a:t>
            </a:r>
            <a:br/>
            <a:r>
              <a:t>• Navigation simple</a:t>
            </a:r>
            <a:br/>
            <a:r>
              <a:t>• Compatible ordinateur, tablette et téléphone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Ce projet nous a permis de mettre en pratique HTML, CSS, Bootstrap et JavaScript, ainsi que le travail en équipe.</a:t>
            </a:r>
            <a:br/>
            <a:r>
              <a:t/>
            </a:r>
            <a:br/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</Words>
  <Application>Microsoft Office PowerPoint</Application>
  <PresentationFormat>Affichage à l'écran (4:3)</PresentationFormat>
  <Paragraphs>20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AfriTalent</vt:lpstr>
      <vt:lpstr>Présentation du projet</vt:lpstr>
      <vt:lpstr>Objectifs</vt:lpstr>
      <vt:lpstr>Technologies utilisées</vt:lpstr>
      <vt:lpstr>Fonctionnalités</vt:lpstr>
      <vt:lpstr>Travail réalisé</vt:lpstr>
      <vt:lpstr>Résultat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subject/>
  <dc:creator/>
  <cp:keywords/>
  <dc:description>generated using python-pptx</dc:description>
  <cp:lastModifiedBy>Zack</cp:lastModifiedBy>
  <cp:revision>2</cp:revision>
  <dcterms:created xsi:type="dcterms:W3CDTF">2013-01-27T09:14:16Z</dcterms:created>
  <dcterms:modified xsi:type="dcterms:W3CDTF">2026-06-28T20:59:45Z</dcterms:modified>
  <cp:category/>
</cp:coreProperties>
</file>